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3" r:id="rId4"/>
    <p:sldId id="264" r:id="rId5"/>
    <p:sldId id="259" r:id="rId6"/>
    <p:sldId id="265" r:id="rId7"/>
    <p:sldId id="262" r:id="rId8"/>
    <p:sldId id="258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29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B3E-4B7E-92FA-0EB2C3550C4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B3E-4B7E-92FA-0EB2C3550C41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0.89400000000000002</c:v>
                </c:pt>
                <c:pt idx="1">
                  <c:v>0.10599999999999998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C1-4E37-B045-8B74C3006F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0.34571</cdr:x>
      <cdr:y>0.39214</cdr:y>
    </cdr:from>
    <cdr:to>
      <cdr:x>0.65429</cdr:x>
      <cdr:y>0.55929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FA48DF26-877B-47B3-B96C-A838F4C7D453}"/>
            </a:ext>
          </a:extLst>
        </cdr:cNvPr>
        <cdr:cNvSpPr txBox="1"/>
      </cdr:nvSpPr>
      <cdr:spPr>
        <a:xfrm xmlns:a="http://schemas.openxmlformats.org/drawingml/2006/main">
          <a:off x="2107474" y="1593668"/>
          <a:ext cx="1881052" cy="67926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4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rPr>
            <a:t>89.40%</a:t>
          </a:r>
          <a:endParaRPr lang="en-IN" sz="4400" b="1" cap="none" spc="0" dirty="0">
            <a:ln w="12700">
              <a:solidFill>
                <a:schemeClr val="accent3">
                  <a:lumMod val="50000"/>
                </a:schemeClr>
              </a:solidFill>
              <a:prstDash val="solid"/>
            </a:ln>
            <a:pattFill prst="narHorz">
              <a:fgClr>
                <a:schemeClr val="accent3"/>
              </a:fgClr>
              <a:bgClr>
                <a:schemeClr val="accent3">
                  <a:lumMod val="40000"/>
                  <a:lumOff val="60000"/>
                </a:schemeClr>
              </a:bgClr>
            </a:pattFill>
            <a:effectLst>
              <a:innerShdw blurRad="177800">
                <a:schemeClr val="accent3">
                  <a:lumMod val="50000"/>
                </a:schemeClr>
              </a:innerShdw>
            </a:effectLst>
          </a:endParaRP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907510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34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326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759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27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6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58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3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055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3062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67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76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963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0784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182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992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PRDA-</a:t>
            </a:r>
            <a:r>
              <a:rPr lang="en-US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0</a:t>
            </a:r>
            <a:r>
              <a:rPr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1 Profit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Prashant </a:t>
            </a:r>
            <a:r>
              <a:rPr lang="en-US" sz="2400" dirty="0" err="1"/>
              <a:t>Sakhare</a:t>
            </a:r>
            <a:endParaRPr sz="2400" dirty="0"/>
          </a:p>
          <a:p>
            <a:r>
              <a:rPr sz="2400" dirty="0"/>
              <a:t>Data Analytics Internship Project</a:t>
            </a:r>
            <a:r>
              <a:rPr lang="en-US" sz="2400" dirty="0"/>
              <a:t> - </a:t>
            </a:r>
            <a:r>
              <a:rPr lang="en-US" sz="2400" b="1" dirty="0" err="1">
                <a:solidFill>
                  <a:srgbClr val="0070C0"/>
                </a:solidFill>
              </a:rPr>
              <a:t>Datamites</a:t>
            </a:r>
            <a:endParaRPr sz="2400" b="1" dirty="0">
              <a:solidFill>
                <a:srgbClr val="0070C0"/>
              </a:solidFill>
            </a:endParaRPr>
          </a:p>
          <a:p>
            <a:r>
              <a:rPr lang="en-US" sz="2400" dirty="0"/>
              <a:t>4 – May -2025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🎯 </a:t>
            </a:r>
            <a:r>
              <a:rPr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Objective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131423"/>
            <a:ext cx="7704667" cy="2688771"/>
          </a:xfrm>
        </p:spPr>
        <p:txBody>
          <a:bodyPr/>
          <a:lstStyle/>
          <a:p>
            <a:r>
              <a:rPr dirty="0"/>
              <a:t>Predict startup's Profit based on R&amp;D, Administration, and Marketing Spend</a:t>
            </a:r>
          </a:p>
          <a:p>
            <a:r>
              <a:rPr dirty="0"/>
              <a:t>Using a Linear Regression Model in Power 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558A6-2025-443B-9B1B-58D905FF5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533" y="2325190"/>
            <a:ext cx="7704667" cy="1981200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dirty="0"/>
              <a:t>50 </a:t>
            </a:r>
            <a:r>
              <a:rPr lang="en-IN" sz="3200" dirty="0" err="1"/>
              <a:t>startups</a:t>
            </a:r>
            <a:r>
              <a:rPr lang="en-IN" sz="3200" dirty="0"/>
              <a:t> From</a:t>
            </a:r>
            <a:br>
              <a:rPr lang="en-IN" sz="3200" dirty="0"/>
            </a:br>
            <a:r>
              <a:rPr lang="en-IN" sz="3200" dirty="0"/>
              <a:t>California</a:t>
            </a:r>
            <a:br>
              <a:rPr lang="en-IN" sz="3200" dirty="0"/>
            </a:br>
            <a:r>
              <a:rPr lang="en-IN" sz="3200" dirty="0"/>
              <a:t>New York</a:t>
            </a:r>
            <a:br>
              <a:rPr lang="en-IN" sz="3200" dirty="0"/>
            </a:br>
            <a:r>
              <a:rPr lang="en-IN" sz="3200" dirty="0"/>
              <a:t>Florida</a:t>
            </a:r>
            <a:endParaRPr lang="en-IN" sz="60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B447908-40C3-42E6-8ED6-98B3BC6E476B}"/>
              </a:ext>
            </a:extLst>
          </p:cNvPr>
          <p:cNvSpPr txBox="1">
            <a:spLocks/>
          </p:cNvSpPr>
          <p:nvPr/>
        </p:nvSpPr>
        <p:spPr>
          <a:xfrm>
            <a:off x="1134533" y="6096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/>
              <a:t>📁 </a:t>
            </a:r>
            <a:r>
              <a:rPr lang="en-IN" b="1" dirty="0"/>
              <a:t> Dataset Overview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D11724C-E37D-42BB-87D4-ED355BC5A462}"/>
              </a:ext>
            </a:extLst>
          </p:cNvPr>
          <p:cNvSpPr txBox="1">
            <a:spLocks/>
          </p:cNvSpPr>
          <p:nvPr/>
        </p:nvSpPr>
        <p:spPr>
          <a:xfrm>
            <a:off x="973424" y="4458790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dirty="0"/>
              <a:t>Spending Values</a:t>
            </a:r>
            <a:br>
              <a:rPr lang="en-IN" sz="3200" dirty="0"/>
            </a:br>
            <a:r>
              <a:rPr lang="en-IN" sz="3200" dirty="0"/>
              <a:t>R &amp; D</a:t>
            </a:r>
            <a:br>
              <a:rPr lang="en-IN" sz="3200" dirty="0"/>
            </a:br>
            <a:r>
              <a:rPr lang="en-IN" sz="3200" dirty="0"/>
              <a:t>Administration</a:t>
            </a:r>
            <a:br>
              <a:rPr lang="en-IN" sz="3200" dirty="0"/>
            </a:br>
            <a:r>
              <a:rPr lang="en-IN" sz="3200" dirty="0"/>
              <a:t>Marketing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1312128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D87C3C-98FC-48EE-9574-7EC5AA42EFC8}"/>
              </a:ext>
            </a:extLst>
          </p:cNvPr>
          <p:cNvSpPr txBox="1"/>
          <p:nvPr/>
        </p:nvSpPr>
        <p:spPr>
          <a:xfrm>
            <a:off x="2286000" y="68401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Regression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3F54B7-B81B-4177-8E91-EA5729A59CA4}"/>
              </a:ext>
            </a:extLst>
          </p:cNvPr>
          <p:cNvSpPr txBox="1"/>
          <p:nvPr/>
        </p:nvSpPr>
        <p:spPr>
          <a:xfrm>
            <a:off x="2286000" y="3491189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Profit = 0.8057 × R&amp;D + (-0.0268) × Admin + 0.0272 × Marketing + 50122.19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269159-3D00-4051-873B-4D42E6E01D50}"/>
              </a:ext>
            </a:extLst>
          </p:cNvPr>
          <p:cNvSpPr txBox="1"/>
          <p:nvPr/>
        </p:nvSpPr>
        <p:spPr>
          <a:xfrm>
            <a:off x="2286000" y="1756842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Formula is :</a:t>
            </a:r>
            <a:br>
              <a:rPr lang="en-IN" sz="2800" dirty="0"/>
            </a:br>
            <a:r>
              <a:rPr lang="en-IN" sz="2800" dirty="0"/>
              <a:t>Y = Xi + Intercept</a:t>
            </a:r>
          </a:p>
        </p:txBody>
      </p:sp>
    </p:spTree>
    <p:extLst>
      <p:ext uri="{BB962C8B-B14F-4D97-AF65-F5344CB8AC3E}">
        <p14:creationId xmlns:p14="http://schemas.microsoft.com/office/powerpoint/2010/main" val="613745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📈 </a:t>
            </a:r>
            <a: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Model Accuracy</a:t>
            </a:r>
            <a:endParaRPr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DEEB576-192C-41E8-89E9-7E8BD8B3EA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863235"/>
              </p:ext>
            </p:extLst>
          </p:nvPr>
        </p:nvGraphicFramePr>
        <p:xfrm>
          <a:off x="1225731" y="1606731"/>
          <a:ext cx="6692537" cy="4834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A545C8-2840-454E-AC4D-34FA1C12B86C}"/>
              </a:ext>
            </a:extLst>
          </p:cNvPr>
          <p:cNvSpPr txBox="1"/>
          <p:nvPr/>
        </p:nvSpPr>
        <p:spPr>
          <a:xfrm>
            <a:off x="842554" y="560924"/>
            <a:ext cx="7458891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📊 </a:t>
            </a:r>
            <a:r>
              <a:rPr lang="en-US" sz="2800" b="1" dirty="0"/>
              <a:t>Dashboard Overview</a:t>
            </a:r>
          </a:p>
          <a:p>
            <a:endParaRPr lang="en-US" sz="2400" b="1" dirty="0"/>
          </a:p>
          <a:p>
            <a:r>
              <a:rPr lang="en-US" sz="2400" dirty="0"/>
              <a:t>My Power BI dashboard has 3 main pages:</a:t>
            </a:r>
          </a:p>
          <a:p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b="1" dirty="0"/>
              <a:t>Executive Summary</a:t>
            </a:r>
            <a:r>
              <a:rPr lang="en-US" sz="2400" dirty="0"/>
              <a:t> – where I show project goals, findings, and accuracy.</a:t>
            </a:r>
          </a:p>
          <a:p>
            <a:pPr>
              <a:buFont typeface="+mj-lt"/>
              <a:buAutoNum type="arabicPeriod"/>
            </a:pP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b="1" dirty="0"/>
              <a:t>EDA Page</a:t>
            </a:r>
            <a:r>
              <a:rPr lang="en-US" sz="2400" dirty="0"/>
              <a:t> – where average spending and profits are shown visually.</a:t>
            </a:r>
          </a:p>
          <a:p>
            <a:endParaRPr lang="en-US" sz="2400" dirty="0"/>
          </a:p>
          <a:p>
            <a:r>
              <a:rPr lang="en-US" sz="2400" b="1" dirty="0"/>
              <a:t>3.Prediction Page</a:t>
            </a:r>
            <a:r>
              <a:rPr lang="en-US" sz="2400" dirty="0"/>
              <a:t> – where I used regression to show predicted profit for new inputs.</a:t>
            </a:r>
          </a:p>
        </p:txBody>
      </p:sp>
    </p:spTree>
    <p:extLst>
      <p:ext uri="{BB962C8B-B14F-4D97-AF65-F5344CB8AC3E}">
        <p14:creationId xmlns:p14="http://schemas.microsoft.com/office/powerpoint/2010/main" val="4012549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C290B-EE61-46D1-B3FE-BA3EBAD95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67" y="2438400"/>
            <a:ext cx="7704667" cy="1981200"/>
          </a:xfrm>
        </p:spPr>
        <p:txBody>
          <a:bodyPr/>
          <a:lstStyle/>
          <a:p>
            <a:r>
              <a:rPr lang="en-US" dirty="0"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Let’s Go to Dashboard</a:t>
            </a:r>
            <a:endParaRPr lang="en-IN" dirty="0"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022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🔎 </a:t>
            </a:r>
            <a:r>
              <a:rPr dirty="0">
                <a:ln w="0"/>
                <a:solidFill>
                  <a:schemeClr val="bg2">
                    <a:lumMod val="2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Key Findings</a:t>
            </a:r>
            <a:endParaRPr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R&amp;D Spend has the strongest positive impact.</a:t>
            </a:r>
          </a:p>
          <a:p>
            <a:r>
              <a:rPr dirty="0"/>
              <a:t>• Marketing Spend shows moderate positive impact.</a:t>
            </a:r>
          </a:p>
          <a:p>
            <a:r>
              <a:rPr dirty="0"/>
              <a:t>• Administration Spend has very low or negative impact.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🏆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Investment in R&amp;D and Marketing significantly boosts startup profits.</a:t>
            </a:r>
          </a:p>
          <a:p>
            <a:r>
              <a:rPr dirty="0"/>
              <a:t>Prediction model helps identify key drivers for startup profitability.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147</TotalTime>
  <Words>216</Words>
  <Application>Microsoft Office PowerPoint</Application>
  <PresentationFormat>On-screen Show (4:3)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Corbel</vt:lpstr>
      <vt:lpstr>Wingdings</vt:lpstr>
      <vt:lpstr>Parallax</vt:lpstr>
      <vt:lpstr>PRDA-01 Profit Analysis</vt:lpstr>
      <vt:lpstr>🎯 Objective</vt:lpstr>
      <vt:lpstr>50 startups From California New York Florida</vt:lpstr>
      <vt:lpstr>PowerPoint Presentation</vt:lpstr>
      <vt:lpstr>📈 Model Accuracy</vt:lpstr>
      <vt:lpstr>PowerPoint Presentation</vt:lpstr>
      <vt:lpstr>Let’s Go to Dashboard</vt:lpstr>
      <vt:lpstr>🔎 Key Findings</vt:lpstr>
      <vt:lpstr>🏆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PRDA-01 Profit Analysis</dc:title>
  <dc:subject/>
  <dc:creator>Dell</dc:creator>
  <cp:keywords/>
  <dc:description>generated using python-pptx</dc:description>
  <cp:lastModifiedBy>Dell</cp:lastModifiedBy>
  <cp:revision>13</cp:revision>
  <dcterms:created xsi:type="dcterms:W3CDTF">2013-01-27T09:14:16Z</dcterms:created>
  <dcterms:modified xsi:type="dcterms:W3CDTF">2025-05-04T16:06:21Z</dcterms:modified>
  <cp:category/>
</cp:coreProperties>
</file>